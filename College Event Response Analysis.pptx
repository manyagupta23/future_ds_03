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6EBA523-35D9-44DA-BCAE-EB4BC4052DA1}" type="datetimeFigureOut">
              <a:rPr lang="en-US" smtClean="0"/>
              <a:t>19-Dec-25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C41C3B8-B199-47AE-82DA-C91377E341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College Event Feedback Analysis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Using Google Form Data &amp; Sentiment Analysis</a:t>
            </a:r>
          </a:p>
          <a:p>
            <a:r>
              <a:rPr lang="en-US" dirty="0" smtClean="0"/>
              <a:t>Prepared by: </a:t>
            </a:r>
            <a:r>
              <a:rPr lang="en-US" dirty="0" smtClean="0"/>
              <a:t>Manya Gupta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 analyze student feedback for college events using Google Forms data, identify areas of improvement, and visualize insights through charts and sentiment analysis.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Feedback collected via </a:t>
            </a:r>
            <a:r>
              <a:rPr lang="en-US" b="1" dirty="0" smtClean="0"/>
              <a:t>Google Forms</a:t>
            </a:r>
            <a:endParaRPr lang="en-US" dirty="0" smtClean="0"/>
          </a:p>
          <a:p>
            <a:r>
              <a:rPr lang="en-US" dirty="0" smtClean="0"/>
              <a:t>Number of responses: </a:t>
            </a:r>
            <a:r>
              <a:rPr lang="en-US" b="1" dirty="0" smtClean="0"/>
              <a:t>50–60 responses</a:t>
            </a:r>
            <a:endParaRPr lang="en-US" dirty="0" smtClean="0"/>
          </a:p>
          <a:p>
            <a:r>
              <a:rPr lang="en-US" dirty="0" smtClean="0"/>
              <a:t>Questions included:</a:t>
            </a:r>
          </a:p>
          <a:p>
            <a:r>
              <a:rPr lang="en-US" dirty="0" smtClean="0"/>
              <a:t>Department, Year, Event Type</a:t>
            </a:r>
          </a:p>
          <a:p>
            <a:r>
              <a:rPr lang="en-US" dirty="0" smtClean="0"/>
              <a:t>Overall Rating</a:t>
            </a:r>
          </a:p>
          <a:p>
            <a:r>
              <a:rPr lang="en-US" dirty="0" smtClean="0"/>
              <a:t>Likes &amp; Improvements</a:t>
            </a:r>
          </a:p>
          <a:p>
            <a:r>
              <a:rPr lang="en-US" dirty="0" smtClean="0"/>
              <a:t>Recommendation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&amp; Libraries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Google Forms</a:t>
            </a:r>
            <a:r>
              <a:rPr lang="en-US" dirty="0" smtClean="0"/>
              <a:t> – Data collection</a:t>
            </a:r>
          </a:p>
          <a:p>
            <a:r>
              <a:rPr lang="en-US" b="1" dirty="0" smtClean="0"/>
              <a:t>Google Colab</a:t>
            </a:r>
            <a:r>
              <a:rPr lang="en-US" dirty="0" smtClean="0"/>
              <a:t> – Data analysis</a:t>
            </a:r>
          </a:p>
          <a:p>
            <a:r>
              <a:rPr lang="en-US" b="1" dirty="0" smtClean="0"/>
              <a:t>Python Libraries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       pandas </a:t>
            </a:r>
            <a:r>
              <a:rPr lang="en-US" dirty="0" smtClean="0"/>
              <a:t>– Data cleaning &amp; analysis</a:t>
            </a:r>
          </a:p>
          <a:p>
            <a:r>
              <a:rPr lang="en-US" dirty="0" smtClean="0"/>
              <a:t>        seaborn </a:t>
            </a:r>
            <a:r>
              <a:rPr lang="en-US" dirty="0" smtClean="0"/>
              <a:t>/ matplotlib – Visualization</a:t>
            </a:r>
          </a:p>
          <a:p>
            <a:r>
              <a:rPr lang="en-US" dirty="0" smtClean="0"/>
              <a:t>       textblob </a:t>
            </a:r>
            <a:r>
              <a:rPr lang="en-US" dirty="0" smtClean="0"/>
              <a:t>/ VADER – Sentiment analysis</a:t>
            </a:r>
          </a:p>
          <a:p>
            <a:r>
              <a:rPr lang="en-US" dirty="0" smtClean="0"/>
              <a:t>       wordcloud </a:t>
            </a:r>
            <a:r>
              <a:rPr lang="en-US" dirty="0" smtClean="0"/>
              <a:t>– Highlight common words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Cleaning &amp; Preparation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Handled missing values</a:t>
            </a:r>
          </a:p>
          <a:p>
            <a:r>
              <a:rPr lang="en-US" dirty="0" smtClean="0"/>
              <a:t>Standardized Event Type and Department names</a:t>
            </a:r>
          </a:p>
          <a:p>
            <a:r>
              <a:rPr lang="en-US" dirty="0" smtClean="0"/>
              <a:t>Converted text data for sentiment analysis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Overall </a:t>
            </a:r>
            <a:r>
              <a:rPr lang="en-US" dirty="0" smtClean="0"/>
              <a:t>Response  </a:t>
            </a:r>
            <a:r>
              <a:rPr lang="en-US" dirty="0" smtClean="0"/>
              <a:t>Distribution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1" y="1981200"/>
            <a:ext cx="6477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066800" y="137160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Distribution by Department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8800"/>
            <a:ext cx="7239000" cy="326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19200" y="99060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Distribution by Department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99060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Distribution by Event type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1" y="1955800"/>
            <a:ext cx="6796088" cy="360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99060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Overall Rating </a:t>
            </a:r>
            <a:r>
              <a:rPr lang="en-US" sz="2400" smtClean="0"/>
              <a:t>of the Event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032000"/>
            <a:ext cx="7696200" cy="360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30</TotalTime>
  <Words>151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Oriel</vt:lpstr>
      <vt:lpstr>College Event Feedback Analysis </vt:lpstr>
      <vt:lpstr>Project Objective </vt:lpstr>
      <vt:lpstr>Data Collection </vt:lpstr>
      <vt:lpstr>Tools &amp; Libraries </vt:lpstr>
      <vt:lpstr>Data Cleaning &amp; Preparation </vt:lpstr>
      <vt:lpstr>Overall Response  Distribution </vt:lpstr>
      <vt:lpstr>Slide 7</vt:lpstr>
      <vt:lpstr>Slide 8</vt:lpstr>
      <vt:lpstr>Slide 9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Event Feedback Analysis</dc:title>
  <dc:creator>HP</dc:creator>
  <cp:lastModifiedBy>HP</cp:lastModifiedBy>
  <cp:revision>4</cp:revision>
  <dcterms:created xsi:type="dcterms:W3CDTF">2025-12-19T12:19:35Z</dcterms:created>
  <dcterms:modified xsi:type="dcterms:W3CDTF">2025-12-19T12:50:08Z</dcterms:modified>
</cp:coreProperties>
</file>